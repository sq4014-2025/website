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0892bb9e0_66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0892bb9e0_66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hello0.py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aaa50ba5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aaa50ba5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3bed7358d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3bed7358d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3bed7358d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3bed7358d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3bed7358d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3bed7358d_0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aaa50ba5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aaa50ba5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3bed7358d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3bed7358d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hello1.py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3bed7358d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3bed7358d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1aaa50ba5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1aaa50ba5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aaa50ba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aaa50ba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3bed7358d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3bed7358d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hello{2,3,4}.py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3bed7358d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3bed7358d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3bed7358d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f3bed7358d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f3bed7358d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f3bed7358d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f3bed7358d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f3bed7358d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aaa50ba5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aaa50ba5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positional, named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3bed7358d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3bed7358d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hello5.py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3bed7358d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3bed7358d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hello6.py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strip, capitalize, title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3bed7358d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f3bed7358d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3bed7358d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f3bed7358d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3bed7358d_0_9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3bed7358d_0_9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interactive math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3bed7358d_0_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3bed7358d_0_9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calculator{0,1,2,3}.py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3bed7358d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f3bed7358d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calculator{4,5}.py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3bed7358d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3bed7358d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3bed7358d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3bed7358d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3bed7358d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3bed7358d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calculator{6,7}.py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3bed7358d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3bed7358d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calculator{8,9,10}.py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f3bed7358d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f3bed7358d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hello7.py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3bed7358d_0_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3bed7358d_0_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hello8.py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aaa50ba5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1aaa50ba50_0_16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hello{9,10}.py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3bed7358d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3bed7358d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calculator11.py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12b7eb80c_4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212b7eb80c_45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pri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tring-method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round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Programming Concepts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Functions, Variables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python hello.py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side effects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values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docs.python.org/3/library/functions.html#print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40">
                <a:latin typeface="Consolas"/>
                <a:ea typeface="Consolas"/>
                <a:cs typeface="Consolas"/>
                <a:sym typeface="Consolas"/>
              </a:rPr>
              <a:t>print(*objects, sep=' ', end='\n'</a:t>
            </a:r>
            <a:r>
              <a:rPr lang="en" sz="184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file=sys.stdout, flush=False</a:t>
            </a:r>
            <a:r>
              <a:rPr lang="en" sz="184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4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4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docs.python.org/3/library/stdtypes.html#string-methods</a:t>
            </a:r>
            <a:r>
              <a:rPr lang="en" sz="2640"/>
              <a:t> </a:t>
            </a:r>
            <a:endParaRPr sz="26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%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mode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docs.python.org/3/library/functions.html#round</a:t>
            </a:r>
            <a:r>
              <a:rPr lang="en" sz="3140"/>
              <a:t> </a:t>
            </a:r>
            <a:endParaRPr sz="314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round(number[, ndigits])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%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Functions, Variables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DD309BC5-BD06-C4F2-735B-DB707CB9E60F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On-screen Show (16:9)</PresentationFormat>
  <Paragraphs>59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Consolas</vt:lpstr>
      <vt:lpstr>Simple Light</vt:lpstr>
      <vt:lpstr>Programming Concepts</vt:lpstr>
      <vt:lpstr>python hello.py</vt:lpstr>
      <vt:lpstr>functions</vt:lpstr>
      <vt:lpstr>arguments</vt:lpstr>
      <vt:lpstr>side effects</vt:lpstr>
      <vt:lpstr>bugs</vt:lpstr>
      <vt:lpstr>return values</vt:lpstr>
      <vt:lpstr>variables</vt:lpstr>
      <vt:lpstr>comments</vt:lpstr>
      <vt:lpstr>pseudocode</vt:lpstr>
      <vt:lpstr>str</vt:lpstr>
      <vt:lpstr>docs.python.org</vt:lpstr>
      <vt:lpstr>docs.python.org/3/library/functions.html</vt:lpstr>
      <vt:lpstr>docs.python.org/3/library/functions.html#print </vt:lpstr>
      <vt:lpstr>print(*objects, sep=' ', end='\n', file=sys.stdout, flush=False)</vt:lpstr>
      <vt:lpstr>parameters</vt:lpstr>
      <vt:lpstr>str</vt:lpstr>
      <vt:lpstr>docs.python.org/3/library/stdtypes.html#string-methods </vt:lpstr>
      <vt:lpstr>int</vt:lpstr>
      <vt:lpstr>+ - * / %</vt:lpstr>
      <vt:lpstr>interactive mode</vt:lpstr>
      <vt:lpstr>int</vt:lpstr>
      <vt:lpstr>float</vt:lpstr>
      <vt:lpstr>docs.python.org/3/library/functions.html#round </vt:lpstr>
      <vt:lpstr>round(number[, ndigits])</vt:lpstr>
      <vt:lpstr>float</vt:lpstr>
      <vt:lpstr>+ - * / %</vt:lpstr>
      <vt:lpstr>def</vt:lpstr>
      <vt:lpstr>scope</vt:lpstr>
      <vt:lpstr>def</vt:lpstr>
      <vt:lpstr>return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2026-01-13T10:10:14Z</dcterms:modified>
</cp:coreProperties>
</file>