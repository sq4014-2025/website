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2"/>
  </p:notesMasterIdLst>
  <p:sldIdLst>
    <p:sldId id="30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307" r:id="rId4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28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1" d="100"/>
          <a:sy n="191" d="100"/>
        </p:scale>
        <p:origin x="924" y="162"/>
      </p:cViewPr>
      <p:guideLst>
        <p:guide orient="horz" pos="1620"/>
        <p:guide pos="2880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emojipedia.org/ewe/" TargetMode="External"/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f3bed7358d_0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f3bed7358d_0_5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285fc63876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285fc63876_0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285fc63876_0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285fc63876_0_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285fc63876_0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285fc63876_0_3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285fc63876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285fc63876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29c4fac2b0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29c4fac2b0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285fc63876_0_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285fc63876_0_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285fc63876_0_3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285fc63876_0_3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houses{0,1}.py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29c4fac2b0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29c4fac2b0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bank{0,1,2,3}.py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285fc63876_0_3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285fc63876_0_3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meows{0,1}.py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285fc63876_0_3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285fc63876_0_3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285fc63876_0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285fc63876_0_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285fc63876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285fc63876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29c4fac2b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29c4fac2b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285fc63876_0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285fc63876_0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meows{2,3,4,5,6,7,8}.py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285fc63876_0_4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285fc63876_0_4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285fc63876_0_4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285fc63876_0_4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meows{9,10}.py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29c4fac2b0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29c4fac2b0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29c4fac2b0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29c4fac2b0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meows{11,12,13,14}.py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29c4fac2b0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29c4fac2b0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unpack{0,1,2,3,4,5,6}.py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29c4fac2b0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29c4fac2b0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unpack{7,8}.py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285fc63876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285fc63876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285fc63876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285fc63876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yell{0,1,2}.py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285fc63876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285fc63876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285fc63876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285fc63876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285fc63876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285fc63876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yell3.py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285fc63876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285fc63876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yell4.py, gryffindors{0,1}.py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285fc63876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285fc63876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285fc63876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285fc63876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285fc63876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285fc63876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gryffindors{2,3}.py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285fc63876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285fc63876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gryffindors{4,5,6}.py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285fc63876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285fc63876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285fc63876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1285fc63876_0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285fc63876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285fc63876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gryffindors{7,8}.py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29c4fac2b0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29c4fac2b0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29c4fac2b0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29c4fac2b0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29c4fac2b0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129c4fac2b0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count{0,1,2,3,4}.py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🐑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https://emojipedia.org/ewe/</a:t>
            </a:r>
            <a:r>
              <a:rPr lang="en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29c4fac2b0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29c4fac2b0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29c4fac2b0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129c4fac2b0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 programming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f3bed7358d_0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f3bed7358d_0_5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tutorial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reference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howto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tdtypes.html#se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typing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mypy.readthedocs.io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eps.python.org/pep-0257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argparse.html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functions.html#print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functions.html#map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functions.html#filter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functions.html#enumerate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howto/functional.html#generators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howto/functional.html#iterators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Et cetera</a:t>
            </a:r>
            <a:endParaRPr dirty="0"/>
          </a:p>
        </p:txBody>
      </p:sp>
      <p:sp>
        <p:nvSpPr>
          <p:cNvPr id="4" name="Google Shape;54;p13">
            <a:extLst>
              <a:ext uri="{FF2B5EF4-FFF2-40B4-BE49-F238E27FC236}">
                <a16:creationId xmlns:a16="http://schemas.microsoft.com/office/drawing/2014/main" id="{C103881E-4D91-0969-409E-40EEA8B3C966}"/>
              </a:ext>
            </a:extLst>
          </p:cNvPr>
          <p:cNvSpPr txBox="1">
            <a:spLocks/>
          </p:cNvSpPr>
          <p:nvPr/>
        </p:nvSpPr>
        <p:spPr>
          <a:xfrm>
            <a:off x="464108" y="8969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dirty="0"/>
              <a:t>Programming Concepts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docs.python.org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docs.python.org/3/tutorial/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docs.python.org/3/library/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docs.python.org/3/reference/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docs.python.org/3/howto/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set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docs.python.org/3/library/stdtypes.html#set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global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constants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hints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docs.python.org/3/library/typing.html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mypy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pip install mypy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mypy.readthedocs.io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docstrings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peps.python.org/pep-0257/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argparse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docs.python.org/3/library/argparse.htm</a:t>
            </a: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unpacking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*args, **kwargs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docs.python.org/3/library/functions.html#print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4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print(*objects, sep=' ', end='\n', file=sys.stdout, flush=False)</a:t>
            </a:r>
            <a:endParaRPr sz="184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map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docs.python.org/3/library/functions.html#map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>
                <a:latin typeface="Consolas"/>
                <a:ea typeface="Consolas"/>
                <a:cs typeface="Consolas"/>
                <a:sym typeface="Consolas"/>
              </a:rPr>
              <a:t>map(function, iterable, ...)</a:t>
            </a:r>
            <a:endParaRPr sz="41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 comprehensions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filter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/>
              </a:rPr>
              <a:t>docs.python.org/3/library/functions.html#filter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latin typeface="Consolas"/>
                <a:ea typeface="Consolas"/>
                <a:cs typeface="Consolas"/>
                <a:sym typeface="Consolas"/>
              </a:rPr>
              <a:t>filter(function, iterable)</a:t>
            </a:r>
            <a:endParaRPr sz="4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dictionary comprehensions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enumerate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40">
                <a:solidFill>
                  <a:schemeClr val="hlink"/>
                </a:solidFill>
                <a:uFill>
                  <a:noFill/>
                </a:uFill>
                <a:hlinkClick r:id="rId3"/>
              </a:rPr>
              <a:t>docs.python.org/3/library/functions.html#enumerate</a:t>
            </a:r>
            <a:r>
              <a:rPr lang="en" sz="2740"/>
              <a:t> </a:t>
            </a:r>
            <a:endParaRPr sz="274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Consolas"/>
                <a:ea typeface="Consolas"/>
                <a:cs typeface="Consolas"/>
                <a:sym typeface="Consolas"/>
              </a:rPr>
              <a:t>enumerate(iterable, start=0)</a:t>
            </a:r>
            <a:endParaRPr sz="4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generators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40">
                <a:solidFill>
                  <a:schemeClr val="hlink"/>
                </a:solidFill>
                <a:uFill>
                  <a:noFill/>
                </a:uFill>
                <a:hlinkClick r:id="rId3"/>
              </a:rPr>
              <a:t>docs.python.org/3/howto/functional.html#generators</a:t>
            </a:r>
            <a:r>
              <a:rPr lang="en" sz="2740"/>
              <a:t> </a:t>
            </a:r>
            <a:endParaRPr sz="274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yield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8653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iterators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5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40">
                <a:solidFill>
                  <a:schemeClr val="hlink"/>
                </a:solidFill>
                <a:uFill>
                  <a:noFill/>
                </a:uFill>
                <a:hlinkClick r:id="rId3"/>
              </a:rPr>
              <a:t>docs.python.org/3/howto/functional.html#iterators</a:t>
            </a:r>
            <a:r>
              <a:rPr lang="en" sz="2740"/>
              <a:t> </a:t>
            </a:r>
            <a:endParaRPr sz="274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n-GB"/>
              <a:t>Et cetera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Google Shape;54;p13">
            <a:extLst>
              <a:ext uri="{FF2B5EF4-FFF2-40B4-BE49-F238E27FC236}">
                <a16:creationId xmlns:a16="http://schemas.microsoft.com/office/drawing/2014/main" id="{C103881E-4D91-0969-409E-40EEA8B3C966}"/>
              </a:ext>
            </a:extLst>
          </p:cNvPr>
          <p:cNvSpPr txBox="1">
            <a:spLocks/>
          </p:cNvSpPr>
          <p:nvPr/>
        </p:nvSpPr>
        <p:spPr>
          <a:xfrm>
            <a:off x="464108" y="8969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dirty="0"/>
              <a:t>Programming Concepts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</Words>
  <Application>Microsoft Office PowerPoint</Application>
  <PresentationFormat>On-screen Show (16:9)</PresentationFormat>
  <Paragraphs>59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Consolas</vt:lpstr>
      <vt:lpstr>Simple Light</vt:lpstr>
      <vt:lpstr>PowerPoint Presentation</vt:lpstr>
      <vt:lpstr>docs.python.org</vt:lpstr>
      <vt:lpstr>docs.python.org/3/tutorial/ </vt:lpstr>
      <vt:lpstr>docs.python.org/3/library/ </vt:lpstr>
      <vt:lpstr>docs.python.org/3/reference/ </vt:lpstr>
      <vt:lpstr>docs.python.org/3/howto/ </vt:lpstr>
      <vt:lpstr>set</vt:lpstr>
      <vt:lpstr>docs.python.org/3/library/stdtypes.html#set </vt:lpstr>
      <vt:lpstr>global</vt:lpstr>
      <vt:lpstr>constants</vt:lpstr>
      <vt:lpstr>type hints</vt:lpstr>
      <vt:lpstr>docs.python.org/3/library/typing.html </vt:lpstr>
      <vt:lpstr>mypy</vt:lpstr>
      <vt:lpstr>pip install mypy</vt:lpstr>
      <vt:lpstr>mypy.readthedocs.io</vt:lpstr>
      <vt:lpstr>docstrings</vt:lpstr>
      <vt:lpstr>peps.python.org/pep-0257/ </vt:lpstr>
      <vt:lpstr>argparse</vt:lpstr>
      <vt:lpstr>docs.python.org/3/library/argparse.html </vt:lpstr>
      <vt:lpstr>unpacking</vt:lpstr>
      <vt:lpstr>*args, **kwargs</vt:lpstr>
      <vt:lpstr>docs.python.org/3/library/functions.html#print </vt:lpstr>
      <vt:lpstr>print(*objects, sep=' ', end='\n', file=sys.stdout, flush=False)</vt:lpstr>
      <vt:lpstr>map</vt:lpstr>
      <vt:lpstr>docs.python.org/3/library/functions.html#map </vt:lpstr>
      <vt:lpstr>map(function, iterable, ...)</vt:lpstr>
      <vt:lpstr>list comprehensions</vt:lpstr>
      <vt:lpstr>filter</vt:lpstr>
      <vt:lpstr>docs.python.org/3/library/functions.html#filter </vt:lpstr>
      <vt:lpstr>filter(function, iterable)</vt:lpstr>
      <vt:lpstr>dictionary comprehensions</vt:lpstr>
      <vt:lpstr>enumerate</vt:lpstr>
      <vt:lpstr>docs.python.org/3/library/functions.html#enumerate </vt:lpstr>
      <vt:lpstr>enumerate(iterable, start=0)</vt:lpstr>
      <vt:lpstr>generators</vt:lpstr>
      <vt:lpstr>docs.python.org/3/howto/functional.html#generators </vt:lpstr>
      <vt:lpstr>yield</vt:lpstr>
      <vt:lpstr>iterators</vt:lpstr>
      <vt:lpstr>docs.python.org/3/howto/functional.html#iterators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 Harris</cp:lastModifiedBy>
  <cp:revision>1</cp:revision>
  <dcterms:modified xsi:type="dcterms:W3CDTF">2026-01-13T10:14:44Z</dcterms:modified>
</cp:coreProperties>
</file>