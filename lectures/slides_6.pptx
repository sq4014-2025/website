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5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924" y="162"/>
      </p:cViewPr>
      <p:guideLst>
        <p:guide orient="horz" pos="1620"/>
        <p:guide pos="2880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42a762d47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42a762d47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449de4b2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449de4b2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449de4b2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2449de4b2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names1.py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42a762d47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42a762d47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242a762d47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242a762d47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names.txt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names{2,3}.py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242a762d47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242a762d47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names{4,5,6}.py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449de4b2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449de4b2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449de4b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2449de4b2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names7.py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449de4b2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449de4b2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students0.csv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students{0,1,2} - sequence unpacking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449de4b2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449de4b2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students{3,4,5}</a:t>
            </a:r>
            <a:r>
              <a:rPr lang="en"/>
              <a:t>.py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449de4b2b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2449de4b2b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students{6,7}.py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242a762d47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242a762d47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students1.csv [home instead of houses]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Malfoy Manor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Burrow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Four, Privet Drive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242a762d47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242a762d47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students{8,9,10,11}.py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42a762d47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42a762d47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42a762d47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42a762d47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costumes.py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sorte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ope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sorte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csv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illow.readthedocs.io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 I/O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docs.python.org/3/library/functions.html#sorted</a:t>
            </a:r>
            <a:r>
              <a:rPr lang="en" sz="3100"/>
              <a:t> </a:t>
            </a:r>
            <a:endParaRPr sz="3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onsolas"/>
                <a:ea typeface="Consolas"/>
                <a:cs typeface="Consolas"/>
                <a:sym typeface="Consolas"/>
              </a:rPr>
              <a:t>sorted(iterable, </a:t>
            </a:r>
            <a:r>
              <a:rPr lang="en" sz="25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/, *, </a:t>
            </a:r>
            <a:r>
              <a:rPr lang="en" sz="2500">
                <a:latin typeface="Consolas"/>
                <a:ea typeface="Consolas"/>
                <a:cs typeface="Consolas"/>
                <a:sym typeface="Consolas"/>
              </a:rPr>
              <a:t>key=None, reverse=False)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open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docs.python.org/3/library/functions.html#open</a:t>
            </a:r>
            <a:r>
              <a:rPr lang="en" sz="3200"/>
              <a:t> 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with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docs.python.org/3/library/functions.html#sorted</a:t>
            </a:r>
            <a:r>
              <a:rPr lang="en" sz="3100"/>
              <a:t> </a:t>
            </a:r>
            <a:endParaRPr sz="3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onsolas"/>
                <a:ea typeface="Consolas"/>
                <a:cs typeface="Consolas"/>
                <a:sym typeface="Consolas"/>
              </a:rPr>
              <a:t>sorted(iterable, </a:t>
            </a:r>
            <a:r>
              <a:rPr lang="en" sz="25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/, *, </a:t>
            </a:r>
            <a:r>
              <a:rPr lang="en" sz="2500">
                <a:latin typeface="Consolas"/>
                <a:ea typeface="Consolas"/>
                <a:cs typeface="Consolas"/>
                <a:sym typeface="Consolas"/>
              </a:rPr>
              <a:t>key=None, reverse=False)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dict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onsolas"/>
                <a:ea typeface="Consolas"/>
                <a:cs typeface="Consolas"/>
                <a:sym typeface="Consolas"/>
              </a:rPr>
              <a:t>sorted(iterable, </a:t>
            </a:r>
            <a:r>
              <a:rPr lang="en" sz="25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/, *, </a:t>
            </a:r>
            <a:r>
              <a:rPr lang="en" sz="2500">
                <a:latin typeface="Consolas"/>
                <a:ea typeface="Consolas"/>
                <a:cs typeface="Consolas"/>
                <a:sym typeface="Consolas"/>
              </a:rPr>
              <a:t>key=None, reverse=False)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csv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docs.python.org/3/library/csv.html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PIL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pillow.readthedocs.io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dirty="0"/>
              <a:t>File I/O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On-screen Show (16:9)</PresentationFormat>
  <Paragraphs>34</Paragraphs>
  <Slides>17</Slides>
  <Notes>17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Consolas</vt:lpstr>
      <vt:lpstr>Simple Light</vt:lpstr>
      <vt:lpstr>PowerPoint Presentation</vt:lpstr>
      <vt:lpstr>list</vt:lpstr>
      <vt:lpstr>docs.python.org/3/library/functions.html#sorted </vt:lpstr>
      <vt:lpstr>sorted(iterable, /, *, key=None, reverse=False)</vt:lpstr>
      <vt:lpstr>open</vt:lpstr>
      <vt:lpstr>docs.python.org/3/library/functions.html#open </vt:lpstr>
      <vt:lpstr>with</vt:lpstr>
      <vt:lpstr>docs.python.org/3/library/functions.html#sorted </vt:lpstr>
      <vt:lpstr>sorted(iterable, /, *, key=None, reverse=False)</vt:lpstr>
      <vt:lpstr>CSV</vt:lpstr>
      <vt:lpstr>dict</vt:lpstr>
      <vt:lpstr>sorted(iterable, /, *, key=None, reverse=False)</vt:lpstr>
      <vt:lpstr>csv</vt:lpstr>
      <vt:lpstr>docs.python.org/3/library/csv.html </vt:lpstr>
      <vt:lpstr>PIL</vt:lpstr>
      <vt:lpstr>pillow.readthedocs.io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2</cp:revision>
  <dcterms:modified xsi:type="dcterms:W3CDTF">2026-01-13T10:17:17Z</dcterms:modified>
</cp:coreProperties>
</file>