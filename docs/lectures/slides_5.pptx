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56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449de4b2b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449de4b2b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calculator2.py, test_calculator2.py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449de4b2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449de4b2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calculator3.py, test_calculator3.py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449de4b2b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2449de4b2b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4728efb96_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4728efb96_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2449de4b2b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2449de4b2b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calculator{4,5}.py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calculator6.py, test_calculator6.py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hello0.py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hello1.py, test_hello1.py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2460930d7c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2460930d7c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460930d7c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460930d7c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test/test_hello1.py, test/__init__.py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est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Unit Tests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assert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AssertionError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pytest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pip install pytest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docs.pytest.org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_init_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_.py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" dirty="0"/>
              <a:t>Unit Tests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On-screen Show (16:9)</PresentationFormat>
  <Paragraphs>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Simple Light</vt:lpstr>
      <vt:lpstr>PowerPoint Presentation</vt:lpstr>
      <vt:lpstr>assert</vt:lpstr>
      <vt:lpstr>AssertionError</vt:lpstr>
      <vt:lpstr>pytest</vt:lpstr>
      <vt:lpstr>pip install pytest</vt:lpstr>
      <vt:lpstr>docs.pytest.org</vt:lpstr>
      <vt:lpstr>packages</vt:lpstr>
      <vt:lpstr>_ _init_ _.py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2</cp:revision>
  <dcterms:modified xsi:type="dcterms:W3CDTF">2026-01-13T10:17:53Z</dcterms:modified>
</cp:coreProperties>
</file>