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ad752f76c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ad752f76c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print("hello, world"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ad752f76c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ad752f76c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number0.py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ad752f76c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1ad752f76c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d752f76c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d752f76c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ad752f76c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ad752f76c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number1.py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ad752f76c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ad752f76c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number2.py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ad752f76c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ad752f76c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number{3,4,5,6,7}.py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ad752f76c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1ad752f76c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number{8,9}.py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3f06875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3f06875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Exceptions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SyntaxError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ValueError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except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ValueError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raise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" dirty="0"/>
              <a:t>Exceptions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On-screen Show (16:9)</PresentationFormat>
  <Paragraphs>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Simple Light</vt:lpstr>
      <vt:lpstr>PowerPoint Presentation</vt:lpstr>
      <vt:lpstr>SyntaxError</vt:lpstr>
      <vt:lpstr>ValueError</vt:lpstr>
      <vt:lpstr>try</vt:lpstr>
      <vt:lpstr>except</vt:lpstr>
      <vt:lpstr>ValueError</vt:lpstr>
      <vt:lpstr>NameError</vt:lpstr>
      <vt:lpstr>else</vt:lpstr>
      <vt:lpstr>pass</vt:lpstr>
      <vt:lpstr>raise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2026-01-13T10:18:50Z</dcterms:modified>
</cp:coreProperties>
</file>