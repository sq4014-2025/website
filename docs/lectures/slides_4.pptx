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4"/>
  </p:notesMasterIdLst>
  <p:sldIdLst>
    <p:sldId id="28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56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924" y="162"/>
      </p:cViewPr>
      <p:guideLst>
        <p:guide orient="horz" pos="1620"/>
        <p:guide pos="2880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ffiliate.itunes.apple.com/resources/documentation/itunes-store-web-service-search-api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ad752f76c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ad752f76c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1ad752f76c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1ad752f76c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random.py somewhere on computer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1ad752f76c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1ad752f76c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ad752f76c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ad752f76c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ad752f76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ad752f76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generate0.py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1ad752f76c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1ad752f76c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generate1.py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ad752f76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1ad752f76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generate2.py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1ad752f76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1ad752f76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generate3.py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ad752f76c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ad752f76c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ad752f76c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1ad752f76c_0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average.py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ad752f76c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ad752f76c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ad752f76c_0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1ad752f76c_0_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ad752f76c_0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ad752f76c_0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1ad752f76c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1ad752f76c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ad752f76c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ad752f76c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name0.py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ad752f76c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ad752f76c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name{1,2}.py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ad752f76c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ad752f76c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name3.py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ad752f76c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ad752f76c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name4.py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1ad752f76c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1ad752f76c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1ad752f76c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1ad752f76c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 pea eye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Package Index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1ad752f76c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1ad752f76c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ad752f76c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ad752f76c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ad752f76c_0_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1ad752f76c_0_5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ad752f76c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1ad752f76c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1ad752f76c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1ad752f76c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https://affiliate.itunes.apple.com/resources/documentation/itunes-store-web-service-search-api/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ad752f76c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ad752f76c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1ad752f76c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1ad752f76c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itunes0.py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ad752f76c_0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ad752f76c_0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1ad752f76c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1ad752f76c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itunes{1,2}.py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28b61d14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28b61d14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sayings0.py, say2.py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sayings1.py, say3.py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sayings2.py, say{4,5}.py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random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atistics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ys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cowsay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requests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json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Libraries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random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docs.python.org/3/library/random.html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import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latin typeface="Consolas"/>
                <a:ea typeface="Consolas"/>
                <a:cs typeface="Consolas"/>
                <a:sym typeface="Consolas"/>
              </a:rPr>
              <a:t>random.choice(seq)</a:t>
            </a:r>
            <a:endParaRPr sz="4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latin typeface="Consolas"/>
                <a:ea typeface="Consolas"/>
                <a:cs typeface="Consolas"/>
                <a:sym typeface="Consolas"/>
              </a:rPr>
              <a:t>random.randint(a, b)</a:t>
            </a:r>
            <a:endParaRPr sz="4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latin typeface="Consolas"/>
                <a:ea typeface="Consolas"/>
                <a:cs typeface="Consolas"/>
                <a:sym typeface="Consolas"/>
              </a:rPr>
              <a:t>random.shuffle(x)</a:t>
            </a:r>
            <a:endParaRPr sz="4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statistics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docs.python.org/3/library/statistics.html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python hello.py 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docs.python.org/3/library/sys.html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sys.argv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IndexError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sys.exit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PyPI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pypi.org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cowsay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pypi.org/project/cowsay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pip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requests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pypi.org/project/requests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docs.python.org/3/library/json.html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_name_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_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" dirty="0"/>
              <a:t>Libraries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On-screen Show (16:9)</PresentationFormat>
  <Paragraphs>52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Consolas</vt:lpstr>
      <vt:lpstr>Simple Light</vt:lpstr>
      <vt:lpstr>PowerPoint Presentation</vt:lpstr>
      <vt:lpstr>modules</vt:lpstr>
      <vt:lpstr>random</vt:lpstr>
      <vt:lpstr>docs.python.org/3/library/random.html </vt:lpstr>
      <vt:lpstr>import</vt:lpstr>
      <vt:lpstr>random.choice(seq)</vt:lpstr>
      <vt:lpstr>from</vt:lpstr>
      <vt:lpstr>random.randint(a, b)</vt:lpstr>
      <vt:lpstr>random.shuffle(x)</vt:lpstr>
      <vt:lpstr>statistics</vt:lpstr>
      <vt:lpstr>docs.python.org/3/library/statistics.html </vt:lpstr>
      <vt:lpstr>command-line arguments</vt:lpstr>
      <vt:lpstr>python hello.py ...</vt:lpstr>
      <vt:lpstr>sys</vt:lpstr>
      <vt:lpstr>docs.python.org/3/library/sys.html </vt:lpstr>
      <vt:lpstr>sys.argv</vt:lpstr>
      <vt:lpstr>IndexError</vt:lpstr>
      <vt:lpstr>sys.exit</vt:lpstr>
      <vt:lpstr>slices</vt:lpstr>
      <vt:lpstr>packages</vt:lpstr>
      <vt:lpstr>PyPI</vt:lpstr>
      <vt:lpstr>pypi.org</vt:lpstr>
      <vt:lpstr>cowsay</vt:lpstr>
      <vt:lpstr>pypi.org/project/cowsay </vt:lpstr>
      <vt:lpstr>pip</vt:lpstr>
      <vt:lpstr>APIs</vt:lpstr>
      <vt:lpstr>requests</vt:lpstr>
      <vt:lpstr>pypi.org/project/requests</vt:lpstr>
      <vt:lpstr>JSON</vt:lpstr>
      <vt:lpstr>docs.python.org/3/library/json.html </vt:lpstr>
      <vt:lpstr>_ _name_ _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2</cp:revision>
  <dcterms:modified xsi:type="dcterms:W3CDTF">2026-01-13T10:18:19Z</dcterms:modified>
</cp:coreProperties>
</file>