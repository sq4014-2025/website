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28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089" autoAdjust="0"/>
  </p:normalViewPr>
  <p:slideViewPr>
    <p:cSldViewPr snapToGrid="0">
      <p:cViewPr varScale="1">
        <p:scale>
          <a:sx n="174" d="100"/>
          <a:sy n="174" d="100"/>
        </p:scale>
        <p:origin x="1404" y="138"/>
      </p:cViewPr>
      <p:guideLst>
        <p:guide orient="horz" pos="1620"/>
        <p:guide pos="2880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embed/TJKnZ784bSI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f3bed7358d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f3bed7358d_0_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f3bed7358d_0_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f3bed7358d_0_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compare0.py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f3bed7358d_0_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f3bed7358d_0_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flowchart TD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A([start]) --&gt; B{x &lt; y}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B -- True --&gt; C["#quot;x is less than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C --&gt; D{x &gt; y}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D -- True --&gt; E["#quot;x is greater than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E --&gt; F{x == y}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F -- True --&gt; G["#quot;x is equal to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G --&gt; H([stop])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B -- False --&gt; 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D -- False --&gt; 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F -- False --&gt; H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f3bed7358d_0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f3bed7358d_0_5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compare1.py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f3bed7358d_0_6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f3bed7358d_0_6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flowchart TD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A([start]) --&gt; B{x &lt; y}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B -- True --&gt; C["#quot;x is less than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C --&gt; D{x &gt; y}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D -- True --&gt; E["#quot;x is greater than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E --&gt; F{x == y}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F -- True --&gt; G["#quot;x is equal to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G --&gt; H([stop])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B -- False --&gt; 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D -- False --&gt; 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F -- False --&gt; H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f3bed7358d_0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f3bed7358d_0_6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flowchart TD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A([start]) --&gt; B{x &lt; y}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B -- True --&gt; C["#quot;x is less than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B -- False --&gt; D{x &gt; y}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D -- True --&gt; E["#quot;x is greater than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D -- False --&gt; F{x == y}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F -- True --&gt; G["#quot;x is equal to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G --&gt; H([stop])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F -- False --&gt; 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C --&gt; 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E --&gt; H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3bed7358d_0_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3bed7358d_0_5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compare2.py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3bed7358d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f3bed7358d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flowchart TD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A([start]) --&gt; B{x &lt; y}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B -- True --&gt; C["#quot;x is less than y#quot;"]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B -- False --&gt; D{x &gt; y}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D -- True --&gt; E["#quot;x is greater than y#quot;"]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D -- False --&gt; F{x == y}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F -- True --&gt; G["#quot;x is equal to y#quot;"]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G --&gt; H([stop])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F -- False --&gt; 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C --&gt; 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E --&gt; 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f3bed7358d_0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f3bed7358d_0_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flowchart TD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A([start]) --&gt; B{x &lt; y}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B -- True --&gt; C["#quot;x is less than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B -- False --&gt; D{x &gt; y}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D -- True --&gt; E["#quot;x is greater than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D -- False --&gt; F["#quot;x is equal to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F --&gt; G([stop])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C --&gt; 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E --&gt; G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f3bed7358d_0_5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f3bed7358d_0_5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compare3.py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3bed7358d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f3bed7358d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compare4.py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flowchart TD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A([start]) --&gt; B{x &lt; y}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B -- True --&gt; C["#quot;x is not equal to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B -- False --&gt; D{x &gt; y}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D -- True --&gt; 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D -- False --&gt; E["#quot;x is equal to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E --&gt; F([stop])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 --&gt; F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f3bed7358d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f3bed7358d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flowchart TD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A([start]) --&gt; B{x != y}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B -- True --&gt; C["#quot;x is not equal to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B -- False --&gt; E["#quot;x is equal to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 --&gt; F([stop])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E --&gt; F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f3bed7358d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f3bed7358d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compare5.py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flowchart TD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A([start]) --&gt; B{x == y}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B -- True --&gt; C["#quot;x is equal to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B -- False --&gt; E["#quot;x is not equal to y#quot;"]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C --&gt; F([stop])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E --&gt; F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f3bed7358d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f3bed7358d_0_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grade{0,1,2,3}.py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f3bed7358d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f3bed7358d_0_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parity0.py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3bed7358d_0_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3bed7358d_0_6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f3bed7358d_0_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f3bed7358d_0_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parity{1,2,3}.py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1ba581a50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1ba581a50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Pattern Matching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house{0,1,2,3}.py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Splice in at 3:44:38ish in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https://www.youtube.com/embed/TJKnZ784bSI</a:t>
            </a:r>
            <a:r>
              <a:rPr lang="en">
                <a:solidFill>
                  <a:schemeClr val="dk1"/>
                </a:solidFill>
              </a:rPr>
              <a:t>, then cut back to "So just by adding…".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C0F34BD-8444-83B4-4454-F939D0583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>
            <a:extLst>
              <a:ext uri="{FF2B5EF4-FFF2-40B4-BE49-F238E27FC236}">
                <a16:creationId xmlns:a16="http://schemas.microsoft.com/office/drawing/2014/main" id="{B940512C-B3E6-F75D-B1F0-CA673B4159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>
            <a:extLst>
              <a:ext uri="{FF2B5EF4-FFF2-40B4-BE49-F238E27FC236}">
                <a16:creationId xmlns:a16="http://schemas.microsoft.com/office/drawing/2014/main" id="{0433681B-9962-CA2B-FEE8-2CD1D52C5A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2128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Conditionals</a:t>
            </a:r>
            <a:endParaRPr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C103881E-4D91-0969-409E-40EEA8B3C966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&gt;=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&lt;=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==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!=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if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2400"/>
            <a:ext cx="130457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elif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2400"/>
            <a:ext cx="130457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2400"/>
            <a:ext cx="399342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else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2400"/>
            <a:ext cx="399342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2400"/>
            <a:ext cx="459502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2400"/>
            <a:ext cx="3011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66750"/>
            <a:ext cx="32956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52450"/>
            <a:ext cx="3295650" cy="3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*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%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bool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True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match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5F85700-AB69-E516-8435-C59A1FDC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DC7730C0-7DA6-B663-E73D-2C5D00E1134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Conditionals</a:t>
            </a:r>
            <a:endParaRPr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155E78B5-6383-199A-2EC9-A5ADDCF6C1BA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  <p:extLst>
      <p:ext uri="{BB962C8B-B14F-4D97-AF65-F5344CB8AC3E}">
        <p14:creationId xmlns:p14="http://schemas.microsoft.com/office/powerpoint/2010/main" val="246874970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812</Words>
  <Application>Microsoft Office PowerPoint</Application>
  <PresentationFormat>On-screen Show (16:9)</PresentationFormat>
  <Paragraphs>111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Consolas</vt:lpstr>
      <vt:lpstr>Simple Light</vt:lpstr>
      <vt:lpstr>PowerPoint Presentation</vt:lpstr>
      <vt:lpstr>&gt; &gt;= &lt; &lt;= == !=</vt:lpstr>
      <vt:lpstr>if</vt:lpstr>
      <vt:lpstr>PowerPoint Presentation</vt:lpstr>
      <vt:lpstr>elif</vt:lpstr>
      <vt:lpstr>PowerPoint Presentation</vt:lpstr>
      <vt:lpstr>PowerPoint Presentation</vt:lpstr>
      <vt:lpstr>else</vt:lpstr>
      <vt:lpstr>PowerPoint Presentation</vt:lpstr>
      <vt:lpstr>PowerPoint Presentation</vt:lpstr>
      <vt:lpstr>or</vt:lpstr>
      <vt:lpstr>PowerPoint Presentation</vt:lpstr>
      <vt:lpstr>PowerPoint Presentation</vt:lpstr>
      <vt:lpstr>PowerPoint Presentation</vt:lpstr>
      <vt:lpstr>and</vt:lpstr>
      <vt:lpstr>+ - * / %</vt:lpstr>
      <vt:lpstr>bool</vt:lpstr>
      <vt:lpstr>True False</vt:lpstr>
      <vt:lpstr>match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 Harris</cp:lastModifiedBy>
  <cp:revision>1</cp:revision>
  <dcterms:modified xsi:type="dcterms:W3CDTF">2026-01-13T10:11:19Z</dcterms:modified>
</cp:coreProperties>
</file>