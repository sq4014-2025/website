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4"/>
  </p:notesMasterIdLst>
  <p:sldIdLst>
    <p:sldId id="29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56" r:id="rId4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books.org/wiki/Muggles%27_Guide_to_Harry_Potter/Magic/Money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7ceff086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7ceff086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student{2,3,4,5,6,7,8}.py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7ceff086c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7ceff086c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b8627d31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1b8627d311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7ceff086c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7ceff086c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student9.py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7ceff086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7ceff086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instances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b8627d31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b8627d31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b8627d31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b8627d311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7ceff086c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7ceff086c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b8627d311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b8627d311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b8627d31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b8627d31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student{10,11}.py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special methods, dunder methods (double underscore)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b8627d31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b8627d31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student{12,13}.py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b8627d31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b8627d31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student{14,15,16}.py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b8627d3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b8627d3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student17.py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b8627d31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b8627d31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b8627d31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b8627d311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getter, setter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student{18,19}.py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b8627d31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b8627d31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b8627d31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b8627d31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b8627d31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b8627d31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b8627d31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b8627d31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b8627d31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b8627d31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b8627d31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1b8627d31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b8627d31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b8627d31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b8627d31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b8627d31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b8627d31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b8627d31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b8627d31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1b8627d311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b8627d31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b8627d311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b8627d311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1b8627d311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b8627d311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b8627d311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b8627d31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b8627d31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b8627d31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b8627d31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type{0,1,2,3,4,5}.py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b8627d31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b8627d31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hat{0,1}.py, student20.py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1b8627d311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1b8627d311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b8627d311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b8627d311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b8627d311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1b8627d311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7ceff086c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7ceff086c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wizard{0,1}.py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7ceff086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27ceff086c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7ceff086c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27ceff086c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subset, catching a superclass will catch multiple subclasses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27ceff086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27ceff086c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vault{0,1}.py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"Wizarding money comes in three denominations: bronze Knuts, silver Sickles, and golden Galleons. There are 29 Knuts in one Sickle, and 17 Sickles make up a Galleon."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https://en.wikibooks.org/wiki/Muggles%27_Guide_to_Harry_Potter/Magic/Money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7ceff086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7ceff086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b8627d31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1b8627d31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classe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in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lis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datastructures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dic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exceptions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datamodel.html#special-method-names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 Oriented Programming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tuple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docs.python.org/3/tutorial/classes.html</a:t>
            </a:r>
            <a:r>
              <a:rPr lang="en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instance variables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instance methods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_init_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raise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_str_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@property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docs.python.org/3/library/functions.html#int</a:t>
            </a:r>
            <a:r>
              <a:rPr lang="en" sz="3300"/>
              <a:t> </a:t>
            </a:r>
            <a:endParaRPr sz="3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int(x, base=10)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docs.python.org/3/library/stdtypes.html#str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str(object='')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str.lower()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str.strip([chars])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docs.python.org/3/library/stdtypes.html#list</a:t>
            </a:r>
            <a:r>
              <a:rPr lang="en" sz="3300"/>
              <a:t> </a:t>
            </a:r>
            <a:endParaRPr sz="3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docs.python.org/3/tutorial/datastructures.html</a:t>
            </a:r>
            <a:r>
              <a:rPr lang="en" sz="3100"/>
              <a:t> </a:t>
            </a:r>
            <a:endParaRPr sz="3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list([iterable])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list.append(x)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docs.python.org/3/library/stdtypes.html#dict</a:t>
            </a:r>
            <a:r>
              <a:rPr lang="en" sz="3200"/>
              <a:t> </a:t>
            </a:r>
            <a:endParaRPr sz="3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methods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Consolas"/>
                <a:ea typeface="Consolas"/>
                <a:cs typeface="Consolas"/>
                <a:sym typeface="Consolas"/>
              </a:rPr>
              <a:t>@classmethod</a:t>
            </a:r>
            <a:endParaRPr sz="4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methods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Consolas"/>
                <a:ea typeface="Consolas"/>
                <a:cs typeface="Consolas"/>
                <a:sym typeface="Consolas"/>
              </a:rPr>
              <a:t>@staticmethod</a:t>
            </a:r>
            <a:endParaRPr sz="4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docs.python.org/3/library/exceptions.html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2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BaseException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+-- KeyboardInterrupt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+-- Exception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ArithmeticError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|    +-- ZeroDivisionError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AssertionError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AttributeError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EOFError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ImportError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|    +-- ModuleNotFoundError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LookupError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|    +-- KeyError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NameError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SyntaxError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|    +-- IndentationError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   +-- ValueError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...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overloading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docs.python.org/3/reference/datamodel.html#special-method-names</a:t>
            </a:r>
            <a:r>
              <a:rPr lang="en" sz="2100"/>
              <a:t> </a:t>
            </a:r>
            <a:endParaRPr sz="2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Consolas"/>
                <a:ea typeface="Consolas"/>
                <a:cs typeface="Consolas"/>
                <a:sym typeface="Consolas"/>
              </a:rPr>
              <a:t>object.__add__(self, other)</a:t>
            </a:r>
            <a:endParaRPr sz="4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DCD676F8-783F-5CE2-F0F1-1E0805F0BA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 Oriented Programming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On-screen Show (16:9)</PresentationFormat>
  <Paragraphs>76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Consolas</vt:lpstr>
      <vt:lpstr>Simple Light</vt:lpstr>
      <vt:lpstr>PowerPoint Presentation</vt:lpstr>
      <vt:lpstr>tuple</vt:lpstr>
      <vt:lpstr>classes</vt:lpstr>
      <vt:lpstr>docs.python.org/3/tutorial/classes.html </vt:lpstr>
      <vt:lpstr>class</vt:lpstr>
      <vt:lpstr>objects</vt:lpstr>
      <vt:lpstr>attributes</vt:lpstr>
      <vt:lpstr>instance variables</vt:lpstr>
      <vt:lpstr>methods</vt:lpstr>
      <vt:lpstr>instance methods</vt:lpstr>
      <vt:lpstr>_ _init_ _</vt:lpstr>
      <vt:lpstr>raise</vt:lpstr>
      <vt:lpstr>_ _str_ _</vt:lpstr>
      <vt:lpstr>properties</vt:lpstr>
      <vt:lpstr>@property</vt:lpstr>
      <vt:lpstr>decorators</vt:lpstr>
      <vt:lpstr>int</vt:lpstr>
      <vt:lpstr>docs.python.org/3/library/functions.html#int </vt:lpstr>
      <vt:lpstr>class int(x, base=10)</vt:lpstr>
      <vt:lpstr>str</vt:lpstr>
      <vt:lpstr>docs.python.org/3/library/stdtypes.html#str </vt:lpstr>
      <vt:lpstr>class str(object='')</vt:lpstr>
      <vt:lpstr>str.lower()</vt:lpstr>
      <vt:lpstr>str.strip([chars])</vt:lpstr>
      <vt:lpstr>list</vt:lpstr>
      <vt:lpstr>docs.python.org/3/library/stdtypes.html#list </vt:lpstr>
      <vt:lpstr>docs.python.org/3/tutorial/datastructures.html </vt:lpstr>
      <vt:lpstr>class list([iterable])</vt:lpstr>
      <vt:lpstr>list.append(x)</vt:lpstr>
      <vt:lpstr>dict</vt:lpstr>
      <vt:lpstr>docs.python.org/3/library/stdtypes.html#dict </vt:lpstr>
      <vt:lpstr>class methods</vt:lpstr>
      <vt:lpstr>@classmethod</vt:lpstr>
      <vt:lpstr>static methods</vt:lpstr>
      <vt:lpstr>@staticmethod</vt:lpstr>
      <vt:lpstr>inheritance</vt:lpstr>
      <vt:lpstr>docs.python.org/3/library/exceptions.html </vt:lpstr>
      <vt:lpstr>BaseException  +-- KeyboardInterrupt  +-- Exception       +-- ArithmeticError       |    +-- ZeroDivisionError       +-- AssertionError       +-- AttributeError       +-- EOFError       +-- ImportError       |    +-- ModuleNotFoundError       +-- LookupError       |    +-- KeyError       +-- NameError       +-- SyntaxError       |    +-- IndentationError       +-- ValueError  ...</vt:lpstr>
      <vt:lpstr>operator overloading</vt:lpstr>
      <vt:lpstr>docs.python.org/3/reference/datamodel.html#special-method-names </vt:lpstr>
      <vt:lpstr>object.__add__(self, other)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2026-01-13T10:15:49Z</dcterms:modified>
</cp:coreProperties>
</file>