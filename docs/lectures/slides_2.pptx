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8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56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52EF7B-CA63-4F08-A66D-D2A881176A1F}">
  <a:tblStyle styleId="{9052EF7B-CA63-4F08-A66D-D2A881176A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1" d="100"/>
          <a:sy n="191" d="100"/>
        </p:scale>
        <p:origin x="924" y="162"/>
      </p:cViewPr>
      <p:guideLst>
        <p:guide orient="horz" pos="1620"/>
        <p:guide pos="2880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f3bed7358d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f3bed7358d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flowchart TD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A([start]) --&gt; B["#quot;meow#quot;"]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B --&gt; C["#quot;meow#quot;"]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 --&gt; D["#quot;meow#quot;"]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 --&gt; E([stop])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f3bed7358d_0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f3bed7358d_0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cat1.py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f3bed7358d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f3bed7358d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cat2.py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flowchart TD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A([start]) --&gt; B[i = 3]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B --&gt; C{i != 0}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 -- True --&gt; D["#quot;meow#quot;"]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 --&gt; E[i = i - 1]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E --&gt; 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 -- False --&gt; F([stop])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f3bed7358d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f3bed7358d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cat3.py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flowchart TD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A([start]) --&gt; B[i = 1]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B --&gt; C{i &lt;= 3}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 -- True --&gt; D["#quot;meow#quot;"]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 --&gt; E[i = i + 1]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E --&gt; 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 -- False --&gt; F([stop])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f3bed7358d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f3bed7358d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cat4.py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flowchart TD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A([start]) --&gt; B[i = 0]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B --&gt; C{i &lt; 3}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 -- True --&gt; D["#quot;meow#quot;"]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 --&gt; E[i += 1]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E --&gt; 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 -- False --&gt; F([stop])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3bed7358d_0_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f3bed7358d_0_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1aaa50ba5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1aaa50ba50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cat5.py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3bed7358d_0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f3bed7358d_0_6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cat{6,7}.py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ae6e921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2ae6e921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cat{8,9}.py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f3bed7358d_0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f3bed7358d_0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cat{10,11}.py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212b7eb80c_4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212b7eb80c_4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cat{8,9,10,11}.py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1aaa50ba5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1aaa50ba5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aaa50ba50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1aaa50ba50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hogwarts{0,1}.py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1aaa50ba5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1aaa50ba50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hogwarts2.py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aaa50ba50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1aaa50ba50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2115157a22_3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2115157a22_3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hogwarts{3,4}.py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115157a22_3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115157a22_3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hogwarts5.py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1ad669cf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1ad669cf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f3bed7358d_0_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28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f3bed7358d_0_6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f3bed7358d_0_7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28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f3bed7358d_0_7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f3bed7358d_0_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28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f3bed7358d_0_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mario{0,1,2,3}.py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f3bed7358d_0_8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28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f3bed7358d_0_8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f3bed7358d_0_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28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f3bed7358d_0_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mario4.py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f3bed7358d_0_8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28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f3bed7358d_0_8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f3bed7358d_0_8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28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f3bed7358d_0_8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mario{5,6,7}.py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Loops</a:t>
            </a: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" y="678425"/>
            <a:ext cx="790575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while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" y="257175"/>
            <a:ext cx="2124075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" y="242875"/>
            <a:ext cx="2124075" cy="465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" y="285750"/>
            <a:ext cx="2124075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range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continue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return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Hermione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dict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Google Shape;135;p29"/>
          <p:cNvGraphicFramePr/>
          <p:nvPr/>
        </p:nvGraphicFramePr>
        <p:xfrm>
          <a:off x="457200" y="135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{9052EF7B-CA63-4F08-A66D-D2A881176A1F}</a:tableStyleId>
              </a:tblPr>
              <a:tblGrid>
                <a:gridCol w="42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Hermione</a:t>
                      </a:r>
                      <a:endParaRPr sz="20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Harry</a:t>
                      </a:r>
                      <a:endParaRPr sz="20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Ron</a:t>
                      </a:r>
                      <a:endParaRPr sz="20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Draco</a:t>
                      </a:r>
                      <a:endParaRPr sz="20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Gryffindor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Gryffindor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Gryffindor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Slytherin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p30"/>
          <p:cNvGraphicFramePr/>
          <p:nvPr/>
        </p:nvGraphicFramePr>
        <p:xfrm>
          <a:off x="457200" y="135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{9052EF7B-CA63-4F08-A66D-D2A881176A1F}</a:tableStyleId>
              </a:tblPr>
              <a:tblGrid>
                <a:gridCol w="42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name</a:t>
                      </a:r>
                      <a:endParaRPr sz="20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house</a:t>
                      </a:r>
                      <a:endParaRPr sz="20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patronus</a:t>
                      </a:r>
                      <a:endParaRPr sz="20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Hermione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Gryffindor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Otter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Harry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Gryffindor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Stag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Ron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Gryffindor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Jack Russell terrier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Draco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Slytherin</a:t>
                      </a: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None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0" y="0"/>
            <a:ext cx="10287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8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8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1251125"/>
            <a:ext cx="3086800" cy="389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7150" y="0"/>
            <a:ext cx="56668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02100"/>
            <a:ext cx="4320999" cy="74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1397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1" cy="30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9775" y="3417425"/>
            <a:ext cx="3004225" cy="172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2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2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8"/>
          <p:cNvSpPr/>
          <p:nvPr/>
        </p:nvSpPr>
        <p:spPr>
          <a:xfrm>
            <a:off x="0" y="-29850"/>
            <a:ext cx="9144000" cy="3220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8"/>
          <p:cNvSpPr/>
          <p:nvPr/>
        </p:nvSpPr>
        <p:spPr>
          <a:xfrm rot="10800000" flipH="1">
            <a:off x="0" y="3179325"/>
            <a:ext cx="5549100" cy="194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8"/>
          <p:cNvSpPr/>
          <p:nvPr/>
        </p:nvSpPr>
        <p:spPr>
          <a:xfrm rot="10800000" flipH="1">
            <a:off x="6753625" y="2502225"/>
            <a:ext cx="2390400" cy="2224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8"/>
          <p:cNvSpPr/>
          <p:nvPr/>
        </p:nvSpPr>
        <p:spPr>
          <a:xfrm rot="10800000" flipH="1">
            <a:off x="0" y="4378875"/>
            <a:ext cx="9140100" cy="756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" dirty="0"/>
              <a:t>Loops</a:t>
            </a: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On-screen Show (16:9)</PresentationFormat>
  <Paragraphs>89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Consolas</vt:lpstr>
      <vt:lpstr>Simple Light</vt:lpstr>
      <vt:lpstr>PowerPoint Presentation</vt:lpstr>
      <vt:lpstr>PowerPoint Presentation</vt:lpstr>
      <vt:lpstr>while</vt:lpstr>
      <vt:lpstr>PowerPoint Presentation</vt:lpstr>
      <vt:lpstr>PowerPoint Presentation</vt:lpstr>
      <vt:lpstr>PowerPoint Presentation</vt:lpstr>
      <vt:lpstr>for</vt:lpstr>
      <vt:lpstr>list</vt:lpstr>
      <vt:lpstr>range</vt:lpstr>
      <vt:lpstr>continue</vt:lpstr>
      <vt:lpstr>break</vt:lpstr>
      <vt:lpstr>return</vt:lpstr>
      <vt:lpstr>list</vt:lpstr>
      <vt:lpstr>Hermione Harry Ron</vt:lpstr>
      <vt:lpstr>len</vt:lpstr>
      <vt:lpstr>dict</vt:lpstr>
      <vt:lpstr>PowerPoint Presentation</vt:lpstr>
      <vt:lpstr>PowerPoint Presentation</vt:lpstr>
      <vt:lpstr>None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2</cp:revision>
  <dcterms:modified xsi:type="dcterms:W3CDTF">2026-01-13T10:19:08Z</dcterms:modified>
</cp:coreProperties>
</file>